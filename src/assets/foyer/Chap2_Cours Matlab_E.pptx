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645" r:id="rId1"/>
  </p:sldMasterIdLst>
  <p:notesMasterIdLst>
    <p:notesMasterId r:id="rId20"/>
  </p:notesMasterIdLst>
  <p:sldIdLst>
    <p:sldId id="293" r:id="rId2"/>
    <p:sldId id="425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401" r:id="rId15"/>
    <p:sldId id="346" r:id="rId16"/>
    <p:sldId id="347" r:id="rId17"/>
    <p:sldId id="402" r:id="rId18"/>
    <p:sldId id="348" r:id="rId19"/>
  </p:sldIdLst>
  <p:sldSz cx="9144000" cy="5143500" type="screen16x9"/>
  <p:notesSz cx="6858000" cy="973772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w Cen MT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w Cen MT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w Cen MT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w Cen MT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w Cen MT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C9DC"/>
    <a:srgbClr val="84E1F4"/>
    <a:srgbClr val="0066FF"/>
    <a:srgbClr val="FF00FF"/>
    <a:srgbClr val="FF66FF"/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40" autoAdjust="0"/>
    <p:restoredTop sz="80969" autoAdjust="0"/>
  </p:normalViewPr>
  <p:slideViewPr>
    <p:cSldViewPr>
      <p:cViewPr varScale="1">
        <p:scale>
          <a:sx n="79" d="100"/>
          <a:sy n="79" d="100"/>
        </p:scale>
        <p:origin x="1224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58F28927-5DB3-4A74-B57D-A9B9DC79EE8B}" type="datetime1">
              <a:rPr lang="fr-FR"/>
              <a:pPr/>
              <a:t>11/11/2021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4150" y="730250"/>
            <a:ext cx="6491288" cy="3651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fr-FR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625975"/>
            <a:ext cx="5486400" cy="43815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Niveau 2</a:t>
            </a:r>
          </a:p>
          <a:p>
            <a:pPr lvl="2"/>
            <a:r>
              <a:rPr lang="fr-FR" smtClean="0"/>
              <a:t>Niveau 3</a:t>
            </a:r>
          </a:p>
          <a:p>
            <a:pPr lvl="3"/>
            <a:r>
              <a:rPr lang="fr-FR" smtClean="0"/>
              <a:t>Niveau 4</a:t>
            </a:r>
          </a:p>
          <a:p>
            <a:pPr lvl="4"/>
            <a:r>
              <a:rPr lang="fr-FR" smtClean="0"/>
              <a:t>Niveau 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48775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248775"/>
            <a:ext cx="2971800" cy="4873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C363ABC1-74AB-45F0-AE19-5B5A82F2B875}" type="slidenum">
              <a:rPr lang="fr-FR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91317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lang="fr-FR"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b="1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C47309-6B79-4951-81BE-376161233127}" type="slidenum">
              <a:rPr lang="fr-FR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81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b="1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9C47309-6B79-4951-81BE-376161233127}" type="slidenum">
              <a:rPr lang="fr-FR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244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%{ </a:t>
            </a:r>
            <a:r>
              <a:rPr lang="fr-FR" baseline="0" dirty="0" smtClean="0"/>
              <a:t> </a:t>
            </a:r>
            <a:r>
              <a:rPr lang="fr-FR" dirty="0" err="1" smtClean="0"/>
              <a:t>comments</a:t>
            </a:r>
            <a:r>
              <a:rPr lang="fr-FR" dirty="0" smtClean="0"/>
              <a:t> </a:t>
            </a:r>
            <a:r>
              <a:rPr lang="fr-FR" baseline="0" dirty="0" smtClean="0"/>
              <a:t> </a:t>
            </a:r>
            <a:r>
              <a:rPr lang="fr-FR" dirty="0" smtClean="0"/>
              <a:t>}%</a:t>
            </a:r>
          </a:p>
          <a:p>
            <a:r>
              <a:rPr lang="fr-FR" dirty="0" smtClean="0"/>
              <a:t>%{ </a:t>
            </a:r>
          </a:p>
          <a:p>
            <a:r>
              <a:rPr lang="fr-FR" dirty="0" err="1" smtClean="0"/>
              <a:t>comments</a:t>
            </a:r>
            <a:r>
              <a:rPr lang="fr-FR" dirty="0" smtClean="0"/>
              <a:t> </a:t>
            </a:r>
          </a:p>
          <a:p>
            <a:r>
              <a:rPr lang="fr-FR" dirty="0" smtClean="0"/>
              <a:t>}%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3ABC1-74AB-45F0-AE19-5B5A82F2B87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5407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3ABC1-74AB-45F0-AE19-5B5A82F2B87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2659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Abs = la valeur absolue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3ABC1-74AB-45F0-AE19-5B5A82F2B875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808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Pour</a:t>
            </a:r>
            <a:r>
              <a:rPr lang="fr-FR" baseline="0" dirty="0" smtClean="0"/>
              <a:t> calculer D = A et B doivent avoir le même nombre de lignes.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dirty="0" smtClean="0"/>
              <a:t>Pour</a:t>
            </a:r>
            <a:r>
              <a:rPr lang="fr-FR" baseline="0" dirty="0" smtClean="0"/>
              <a:t> calculer E = A et C doivent avoir le même nombre de colonnes.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63ABC1-74AB-45F0-AE19-5B5A82F2B875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8083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1BE63-BD30-4F0F-8E1C-BD36CA5062C0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38FD3-EAE7-4127-A3CA-4A8C32D8AAF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17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465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93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19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146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980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6694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406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49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5438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675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ACBCA-D1E9-45BE-82A9-362A68713F9E}" type="datetime1">
              <a:rPr lang="fr-FR" smtClean="0"/>
              <a:pPr/>
              <a:t>11/11/2021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BF121-211F-4DD3-BD9B-ACEEDA0C06F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24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46" r:id="rId1"/>
    <p:sldLayoutId id="2147485647" r:id="rId2"/>
    <p:sldLayoutId id="2147485648" r:id="rId3"/>
    <p:sldLayoutId id="2147485649" r:id="rId4"/>
    <p:sldLayoutId id="2147485650" r:id="rId5"/>
    <p:sldLayoutId id="2147485651" r:id="rId6"/>
    <p:sldLayoutId id="2147485652" r:id="rId7"/>
    <p:sldLayoutId id="2147485653" r:id="rId8"/>
    <p:sldLayoutId id="2147485654" r:id="rId9"/>
    <p:sldLayoutId id="2147485655" r:id="rId10"/>
    <p:sldLayoutId id="214748565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re 3"/>
          <p:cNvSpPr>
            <a:spLocks noGrp="1"/>
          </p:cNvSpPr>
          <p:nvPr>
            <p:ph type="ctrTitle"/>
          </p:nvPr>
        </p:nvSpPr>
        <p:spPr>
          <a:xfrm>
            <a:off x="1187624" y="1803464"/>
            <a:ext cx="6477000" cy="1209674"/>
          </a:xfrm>
        </p:spPr>
        <p:txBody>
          <a:bodyPr>
            <a:normAutofit/>
          </a:bodyPr>
          <a:lstStyle/>
          <a:p>
            <a:r>
              <a:rPr lang="fr-FR" sz="4400" b="1" cap="none" dirty="0" err="1" smtClean="0">
                <a:latin typeface="Calibri" charset="0"/>
              </a:rPr>
              <a:t>Matlab</a:t>
            </a:r>
            <a:endParaRPr lang="fr-FR" sz="4400" b="1" cap="none" dirty="0">
              <a:latin typeface="Calibri" charset="0"/>
            </a:endParaRPr>
          </a:p>
        </p:txBody>
      </p:sp>
      <p:sp>
        <p:nvSpPr>
          <p:cNvPr id="12290" name="Sous-titre 4"/>
          <p:cNvSpPr>
            <a:spLocks noGrp="1"/>
          </p:cNvSpPr>
          <p:nvPr>
            <p:ph type="subTitle" idx="1"/>
          </p:nvPr>
        </p:nvSpPr>
        <p:spPr>
          <a:xfrm>
            <a:off x="1043608" y="3708796"/>
            <a:ext cx="6515100" cy="951186"/>
          </a:xfrm>
        </p:spPr>
        <p:txBody>
          <a:bodyPr anchor="t">
            <a:norm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endParaRPr lang="fr-FR" sz="1600" b="1" dirty="0" smtClean="0">
              <a:solidFill>
                <a:schemeClr val="accent5">
                  <a:lumMod val="75000"/>
                </a:schemeClr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sz="1600" b="1" dirty="0" smtClean="0">
                <a:solidFill>
                  <a:schemeClr val="accent5">
                    <a:lumMod val="75000"/>
                  </a:schemeClr>
                </a:solidFill>
                <a:latin typeface="Calibri" charset="0"/>
              </a:rPr>
              <a:t>Formation LP-IMA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accent5">
                    <a:lumMod val="75000"/>
                  </a:schemeClr>
                </a:solidFill>
                <a:latin typeface="Calibri" charset="0"/>
              </a:rPr>
              <a:t>2021/2022</a:t>
            </a:r>
            <a:endParaRPr sz="16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629" name="Rectangle 1"/>
          <p:cNvSpPr>
            <a:spLocks noChangeArrowheads="1"/>
          </p:cNvSpPr>
          <p:nvPr/>
        </p:nvSpPr>
        <p:spPr bwMode="auto">
          <a:xfrm>
            <a:off x="2444924" y="4519312"/>
            <a:ext cx="3962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b="1" dirty="0" smtClean="0">
                <a:solidFill>
                  <a:srgbClr val="0000FF"/>
                </a:solidFill>
                <a:latin typeface="Calibri" charset="0"/>
              </a:rPr>
              <a:t>Présenté par M. EL GHAZOUANI</a:t>
            </a:r>
            <a:endParaRPr lang="fr-FR" b="1" dirty="0">
              <a:solidFill>
                <a:srgbClr val="0000FF"/>
              </a:solidFill>
              <a:latin typeface="Calibri" charset="0"/>
            </a:endParaRPr>
          </a:p>
        </p:txBody>
      </p:sp>
      <p:sp>
        <p:nvSpPr>
          <p:cNvPr id="26630" name="Line 14"/>
          <p:cNvSpPr>
            <a:spLocks noChangeShapeType="1"/>
          </p:cNvSpPr>
          <p:nvPr/>
        </p:nvSpPr>
        <p:spPr bwMode="auto">
          <a:xfrm>
            <a:off x="0" y="1537277"/>
            <a:ext cx="9144000" cy="0"/>
          </a:xfrm>
          <a:prstGeom prst="line">
            <a:avLst/>
          </a:prstGeom>
          <a:noFill/>
          <a:ln w="762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631" name="Line 15"/>
          <p:cNvSpPr>
            <a:spLocks noChangeShapeType="1"/>
          </p:cNvSpPr>
          <p:nvPr/>
        </p:nvSpPr>
        <p:spPr bwMode="auto">
          <a:xfrm>
            <a:off x="0" y="1613477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26632" name="Line 14"/>
          <p:cNvSpPr>
            <a:spLocks noChangeShapeType="1"/>
          </p:cNvSpPr>
          <p:nvPr/>
        </p:nvSpPr>
        <p:spPr bwMode="auto">
          <a:xfrm>
            <a:off x="0" y="3714750"/>
            <a:ext cx="9144000" cy="0"/>
          </a:xfrm>
          <a:prstGeom prst="line">
            <a:avLst/>
          </a:prstGeom>
          <a:noFill/>
          <a:ln w="762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633" name="Line 15"/>
          <p:cNvSpPr>
            <a:spLocks noChangeShapeType="1"/>
          </p:cNvSpPr>
          <p:nvPr/>
        </p:nvSpPr>
        <p:spPr bwMode="auto">
          <a:xfrm>
            <a:off x="0" y="379095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563" y="39777"/>
            <a:ext cx="1896874" cy="916364"/>
          </a:xfrm>
          <a:prstGeom prst="rect">
            <a:avLst/>
          </a:prstGeom>
        </p:spPr>
      </p:pic>
      <p:sp>
        <p:nvSpPr>
          <p:cNvPr id="12" name="Sous-titre 4"/>
          <p:cNvSpPr txBox="1">
            <a:spLocks/>
          </p:cNvSpPr>
          <p:nvPr/>
        </p:nvSpPr>
        <p:spPr bwMode="auto">
          <a:xfrm>
            <a:off x="3209342" y="1025854"/>
            <a:ext cx="2725316" cy="49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latinLnBrk="0" hangingPunct="1">
              <a:spcBef>
                <a:spcPts val="2000"/>
              </a:spcBef>
              <a:spcAft>
                <a:spcPct val="0"/>
              </a:spcAft>
              <a:buSzPct val="90000"/>
              <a:buNone/>
              <a:defRPr kumimoji="0" lang="fr-FR" sz="2800" kern="120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sz="22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9144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3716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8288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tx1"/>
                </a:solidFill>
                <a:latin typeface="Calibri" charset="0"/>
                <a:cs typeface="Arial" charset="0"/>
              </a:rPr>
              <a:t>Faculté </a:t>
            </a:r>
            <a:r>
              <a:rPr lang="fr-FR" sz="1600" b="1" dirty="0" err="1" smtClean="0">
                <a:solidFill>
                  <a:schemeClr val="tx1"/>
                </a:solidFill>
                <a:latin typeface="Calibri" charset="0"/>
                <a:cs typeface="Arial" charset="0"/>
              </a:rPr>
              <a:t>Polydisciplinaire</a:t>
            </a: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tx1"/>
                </a:solidFill>
                <a:latin typeface="Calibri" charset="0"/>
                <a:cs typeface="Arial" charset="0"/>
              </a:rPr>
              <a:t> de Sidi </a:t>
            </a:r>
            <a:r>
              <a:rPr lang="fr-FR" sz="1600" b="1" dirty="0" err="1" smtClean="0">
                <a:solidFill>
                  <a:schemeClr val="tx1"/>
                </a:solidFill>
                <a:latin typeface="Calibri" charset="0"/>
                <a:cs typeface="Arial" charset="0"/>
              </a:rPr>
              <a:t>Bennour</a:t>
            </a: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</a:pP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re 3"/>
          <p:cNvSpPr>
            <a:spLocks noGrp="1"/>
          </p:cNvSpPr>
          <p:nvPr>
            <p:ph type="ctrTitle"/>
          </p:nvPr>
        </p:nvSpPr>
        <p:spPr>
          <a:xfrm>
            <a:off x="1187624" y="1803464"/>
            <a:ext cx="6477000" cy="1209674"/>
          </a:xfrm>
        </p:spPr>
        <p:txBody>
          <a:bodyPr>
            <a:normAutofit fontScale="90000"/>
          </a:bodyPr>
          <a:lstStyle/>
          <a:p>
            <a:r>
              <a:rPr lang="fr-FR" sz="4400" b="1" cap="none" dirty="0" err="1" smtClean="0">
                <a:latin typeface="Calibri" charset="0"/>
              </a:rPr>
              <a:t>Matlab</a:t>
            </a:r>
            <a:r>
              <a:rPr lang="fr-FR" sz="4400" b="1" cap="none" dirty="0" smtClean="0">
                <a:latin typeface="Calibri" charset="0"/>
              </a:rPr>
              <a:t/>
            </a:r>
            <a:br>
              <a:rPr lang="fr-FR" sz="4400" b="1" cap="none" dirty="0" smtClean="0">
                <a:latin typeface="Calibri" charset="0"/>
              </a:rPr>
            </a:br>
            <a:r>
              <a:rPr lang="fr-FR" sz="44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 charset="0"/>
              </a:rPr>
              <a:t>Chapitre 2</a:t>
            </a:r>
            <a:endParaRPr lang="fr-FR" sz="4400" b="1" cap="none" dirty="0">
              <a:solidFill>
                <a:schemeClr val="accent4">
                  <a:lumMod val="60000"/>
                  <a:lumOff val="40000"/>
                </a:schemeClr>
              </a:solidFill>
              <a:latin typeface="Calibri" charset="0"/>
            </a:endParaRPr>
          </a:p>
        </p:txBody>
      </p:sp>
      <p:sp>
        <p:nvSpPr>
          <p:cNvPr id="12290" name="Sous-titre 4"/>
          <p:cNvSpPr>
            <a:spLocks noGrp="1"/>
          </p:cNvSpPr>
          <p:nvPr>
            <p:ph type="subTitle" idx="1"/>
          </p:nvPr>
        </p:nvSpPr>
        <p:spPr>
          <a:xfrm>
            <a:off x="1043608" y="3708796"/>
            <a:ext cx="6515100" cy="951186"/>
          </a:xfrm>
        </p:spPr>
        <p:txBody>
          <a:bodyPr anchor="t">
            <a:norm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</a:pPr>
            <a:endParaRPr lang="fr-FR" sz="1600" b="1" dirty="0" smtClean="0">
              <a:solidFill>
                <a:schemeClr val="accent5">
                  <a:lumMod val="75000"/>
                </a:schemeClr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sz="1600" b="1" dirty="0" smtClean="0">
                <a:solidFill>
                  <a:schemeClr val="accent5">
                    <a:lumMod val="75000"/>
                  </a:schemeClr>
                </a:solidFill>
                <a:latin typeface="Calibri" charset="0"/>
              </a:rPr>
              <a:t>Formation LP-IMA</a:t>
            </a:r>
          </a:p>
          <a:p>
            <a:pPr algn="ctr">
              <a:lnSpc>
                <a:spcPct val="11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accent5">
                    <a:lumMod val="75000"/>
                  </a:schemeClr>
                </a:solidFill>
                <a:latin typeface="Calibri" charset="0"/>
              </a:rPr>
              <a:t>2021/2022</a:t>
            </a:r>
            <a:endParaRPr sz="1600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6629" name="Rectangle 1"/>
          <p:cNvSpPr>
            <a:spLocks noChangeArrowheads="1"/>
          </p:cNvSpPr>
          <p:nvPr/>
        </p:nvSpPr>
        <p:spPr bwMode="auto">
          <a:xfrm>
            <a:off x="2444924" y="4519312"/>
            <a:ext cx="3962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b="1" dirty="0" smtClean="0">
                <a:solidFill>
                  <a:srgbClr val="0000FF"/>
                </a:solidFill>
                <a:latin typeface="Calibri" charset="0"/>
              </a:rPr>
              <a:t>Présenté par M. EL GHAZOUANI</a:t>
            </a:r>
            <a:endParaRPr lang="fr-FR" b="1" dirty="0">
              <a:solidFill>
                <a:srgbClr val="0000FF"/>
              </a:solidFill>
              <a:latin typeface="Calibri" charset="0"/>
            </a:endParaRPr>
          </a:p>
        </p:txBody>
      </p:sp>
      <p:sp>
        <p:nvSpPr>
          <p:cNvPr id="26630" name="Line 14"/>
          <p:cNvSpPr>
            <a:spLocks noChangeShapeType="1"/>
          </p:cNvSpPr>
          <p:nvPr/>
        </p:nvSpPr>
        <p:spPr bwMode="auto">
          <a:xfrm>
            <a:off x="0" y="1537277"/>
            <a:ext cx="9144000" cy="0"/>
          </a:xfrm>
          <a:prstGeom prst="line">
            <a:avLst/>
          </a:prstGeom>
          <a:noFill/>
          <a:ln w="762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631" name="Line 15"/>
          <p:cNvSpPr>
            <a:spLocks noChangeShapeType="1"/>
          </p:cNvSpPr>
          <p:nvPr/>
        </p:nvSpPr>
        <p:spPr bwMode="auto">
          <a:xfrm>
            <a:off x="0" y="1613477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sp>
        <p:nvSpPr>
          <p:cNvPr id="26632" name="Line 14"/>
          <p:cNvSpPr>
            <a:spLocks noChangeShapeType="1"/>
          </p:cNvSpPr>
          <p:nvPr/>
        </p:nvSpPr>
        <p:spPr bwMode="auto">
          <a:xfrm>
            <a:off x="0" y="3714750"/>
            <a:ext cx="9144000" cy="0"/>
          </a:xfrm>
          <a:prstGeom prst="line">
            <a:avLst/>
          </a:prstGeom>
          <a:noFill/>
          <a:ln w="76200">
            <a:solidFill>
              <a:srgbClr val="0033CC"/>
            </a:solidFill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26633" name="Line 15"/>
          <p:cNvSpPr>
            <a:spLocks noChangeShapeType="1"/>
          </p:cNvSpPr>
          <p:nvPr/>
        </p:nvSpPr>
        <p:spPr bwMode="auto">
          <a:xfrm>
            <a:off x="0" y="3790950"/>
            <a:ext cx="91440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563" y="39777"/>
            <a:ext cx="1896874" cy="916364"/>
          </a:xfrm>
          <a:prstGeom prst="rect">
            <a:avLst/>
          </a:prstGeom>
        </p:spPr>
      </p:pic>
      <p:sp>
        <p:nvSpPr>
          <p:cNvPr id="12" name="Sous-titre 4"/>
          <p:cNvSpPr txBox="1">
            <a:spLocks/>
          </p:cNvSpPr>
          <p:nvPr/>
        </p:nvSpPr>
        <p:spPr bwMode="auto">
          <a:xfrm>
            <a:off x="3209342" y="1025854"/>
            <a:ext cx="2725316" cy="49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latinLnBrk="0" hangingPunct="1">
              <a:spcBef>
                <a:spcPts val="2000"/>
              </a:spcBef>
              <a:spcAft>
                <a:spcPct val="0"/>
              </a:spcAft>
              <a:buSzPct val="90000"/>
              <a:buNone/>
              <a:defRPr kumimoji="0" lang="fr-FR" sz="2800" kern="1200">
                <a:solidFill>
                  <a:srgbClr val="FFFFFF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4572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sz="22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9144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3716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828800" indent="0" algn="ctr" rtl="0" eaLnBrk="1" fontAlgn="base" latinLnBrk="0" hangingPunct="1">
              <a:spcBef>
                <a:spcPts val="600"/>
              </a:spcBef>
              <a:spcAft>
                <a:spcPct val="0"/>
              </a:spcAft>
              <a:buSzPct val="90000"/>
              <a:buNone/>
              <a:defRPr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tx1"/>
                </a:solidFill>
                <a:latin typeface="Calibri" charset="0"/>
                <a:cs typeface="Arial" charset="0"/>
              </a:rPr>
              <a:t>Faculté </a:t>
            </a:r>
            <a:r>
              <a:rPr lang="fr-FR" sz="1600" b="1" dirty="0" err="1" smtClean="0">
                <a:solidFill>
                  <a:schemeClr val="tx1"/>
                </a:solidFill>
                <a:latin typeface="Calibri" charset="0"/>
                <a:cs typeface="Arial" charset="0"/>
              </a:rPr>
              <a:t>Polydisciplinaire</a:t>
            </a: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</a:pPr>
            <a:r>
              <a:rPr lang="fr-FR" sz="1600" b="1" dirty="0" smtClean="0">
                <a:solidFill>
                  <a:schemeClr val="tx1"/>
                </a:solidFill>
                <a:latin typeface="Calibri" charset="0"/>
                <a:cs typeface="Arial" charset="0"/>
              </a:rPr>
              <a:t> de Sidi </a:t>
            </a:r>
            <a:r>
              <a:rPr lang="fr-FR" sz="1600" b="1" dirty="0" err="1" smtClean="0">
                <a:solidFill>
                  <a:schemeClr val="tx1"/>
                </a:solidFill>
                <a:latin typeface="Calibri" charset="0"/>
                <a:cs typeface="Arial" charset="0"/>
              </a:rPr>
              <a:t>Bennour</a:t>
            </a: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</a:pPr>
            <a:endParaRPr lang="fr-FR" sz="1600" b="1" dirty="0" smtClean="0">
              <a:solidFill>
                <a:schemeClr val="tx1"/>
              </a:solidFill>
              <a:latin typeface="Calibri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61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800"/>
          <a:stretch/>
        </p:blipFill>
        <p:spPr>
          <a:xfrm>
            <a:off x="1141610" y="0"/>
            <a:ext cx="6860779" cy="3507854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00"/>
          <a:stretch/>
        </p:blipFill>
        <p:spPr>
          <a:xfrm>
            <a:off x="1141610" y="3507854"/>
            <a:ext cx="6860779" cy="163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9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00"/>
          <a:stretch/>
        </p:blipFill>
        <p:spPr>
          <a:xfrm>
            <a:off x="1140721" y="0"/>
            <a:ext cx="6862557" cy="3147814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800"/>
          <a:stretch/>
        </p:blipFill>
        <p:spPr>
          <a:xfrm>
            <a:off x="1140721" y="3075806"/>
            <a:ext cx="6862557" cy="206769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619672" y="290932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smtClean="0"/>
              <a:t>Commentaire :</a:t>
            </a:r>
          </a:p>
          <a:p>
            <a:r>
              <a:rPr lang="fr-FR" dirty="0" smtClean="0">
                <a:solidFill>
                  <a:srgbClr val="00B050"/>
                </a:solidFill>
              </a:rPr>
              <a:t>%{  </a:t>
            </a:r>
            <a:r>
              <a:rPr lang="fr-FR" dirty="0" err="1">
                <a:solidFill>
                  <a:srgbClr val="00B050"/>
                </a:solidFill>
              </a:rPr>
              <a:t>comments</a:t>
            </a:r>
            <a:r>
              <a:rPr lang="fr-FR" dirty="0">
                <a:solidFill>
                  <a:srgbClr val="00B050"/>
                </a:solidFill>
              </a:rPr>
              <a:t>  }%</a:t>
            </a:r>
          </a:p>
          <a:p>
            <a:endParaRPr lang="fr-FR" dirty="0" smtClean="0">
              <a:solidFill>
                <a:srgbClr val="00B050"/>
              </a:solidFill>
            </a:endParaRPr>
          </a:p>
          <a:p>
            <a:r>
              <a:rPr lang="fr-FR" dirty="0" smtClean="0">
                <a:solidFill>
                  <a:srgbClr val="00B050"/>
                </a:solidFill>
              </a:rPr>
              <a:t>%{ </a:t>
            </a:r>
            <a:endParaRPr lang="fr-FR" dirty="0">
              <a:solidFill>
                <a:srgbClr val="00B050"/>
              </a:solidFill>
            </a:endParaRPr>
          </a:p>
          <a:p>
            <a:r>
              <a:rPr lang="fr-FR" dirty="0" err="1">
                <a:solidFill>
                  <a:srgbClr val="00B050"/>
                </a:solidFill>
              </a:rPr>
              <a:t>comments</a:t>
            </a:r>
            <a:r>
              <a:rPr lang="fr-FR" dirty="0">
                <a:solidFill>
                  <a:srgbClr val="00B050"/>
                </a:solidFill>
              </a:rPr>
              <a:t> </a:t>
            </a:r>
          </a:p>
          <a:p>
            <a:r>
              <a:rPr lang="fr-FR" dirty="0">
                <a:solidFill>
                  <a:srgbClr val="00B050"/>
                </a:solidFill>
              </a:rPr>
              <a:t>}%</a:t>
            </a:r>
          </a:p>
        </p:txBody>
      </p:sp>
    </p:spTree>
    <p:extLst>
      <p:ext uri="{BB962C8B-B14F-4D97-AF65-F5344CB8AC3E}">
        <p14:creationId xmlns:p14="http://schemas.microsoft.com/office/powerpoint/2010/main" val="208119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00"/>
          <a:stretch/>
        </p:blipFill>
        <p:spPr>
          <a:xfrm>
            <a:off x="1140721" y="0"/>
            <a:ext cx="6862557" cy="2715766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00"/>
          <a:stretch/>
        </p:blipFill>
        <p:spPr>
          <a:xfrm>
            <a:off x="1140721" y="2643758"/>
            <a:ext cx="6862557" cy="249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00"/>
          <a:stretch/>
        </p:blipFill>
        <p:spPr>
          <a:xfrm>
            <a:off x="1140721" y="0"/>
            <a:ext cx="6862557" cy="264375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400"/>
          <a:stretch/>
        </p:blipFill>
        <p:spPr>
          <a:xfrm>
            <a:off x="1140721" y="2643758"/>
            <a:ext cx="6862557" cy="249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43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600"/>
          <a:stretch/>
        </p:blipFill>
        <p:spPr>
          <a:xfrm>
            <a:off x="1141610" y="0"/>
            <a:ext cx="6860779" cy="372387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400"/>
          <a:stretch/>
        </p:blipFill>
        <p:spPr>
          <a:xfrm>
            <a:off x="1141610" y="3723878"/>
            <a:ext cx="6860779" cy="141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5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0" y="0"/>
            <a:ext cx="6860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020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601"/>
          <a:stretch/>
        </p:blipFill>
        <p:spPr>
          <a:xfrm>
            <a:off x="1140721" y="0"/>
            <a:ext cx="6862557" cy="444395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99"/>
          <a:stretch/>
        </p:blipFill>
        <p:spPr>
          <a:xfrm>
            <a:off x="1140721" y="4443958"/>
            <a:ext cx="6862557" cy="699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99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000"/>
          <a:stretch/>
        </p:blipFill>
        <p:spPr>
          <a:xfrm>
            <a:off x="1140717" y="0"/>
            <a:ext cx="6862565" cy="221171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3117658"/>
            <a:ext cx="2467744" cy="1937812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00" b="40200"/>
          <a:stretch/>
        </p:blipFill>
        <p:spPr>
          <a:xfrm>
            <a:off x="1140717" y="2283718"/>
            <a:ext cx="6862565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2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10" y="0"/>
            <a:ext cx="6860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60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400"/>
          <a:stretch/>
        </p:blipFill>
        <p:spPr>
          <a:xfrm>
            <a:off x="1140717" y="0"/>
            <a:ext cx="6862565" cy="285978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/>
          <a:srcRect b="51693"/>
          <a:stretch/>
        </p:blipFill>
        <p:spPr>
          <a:xfrm>
            <a:off x="2915816" y="2815141"/>
            <a:ext cx="2299345" cy="1124761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3"/>
          <a:srcRect t="48307"/>
          <a:stretch/>
        </p:blipFill>
        <p:spPr>
          <a:xfrm>
            <a:off x="2915816" y="3939902"/>
            <a:ext cx="2299345" cy="120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84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89" y="0"/>
            <a:ext cx="68614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03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2"/>
          <a:srcRect b="51060"/>
          <a:stretch/>
        </p:blipFill>
        <p:spPr>
          <a:xfrm>
            <a:off x="2339752" y="843558"/>
            <a:ext cx="4213407" cy="1368152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/>
          <a:srcRect t="48940"/>
          <a:stretch/>
        </p:blipFill>
        <p:spPr>
          <a:xfrm>
            <a:off x="2339752" y="2211710"/>
            <a:ext cx="4213407" cy="142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04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00"/>
          <a:stretch/>
        </p:blipFill>
        <p:spPr>
          <a:xfrm>
            <a:off x="1140144" y="0"/>
            <a:ext cx="6863711" cy="1779662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3"/>
          <a:srcRect b="50183"/>
          <a:stretch/>
        </p:blipFill>
        <p:spPr>
          <a:xfrm>
            <a:off x="1167291" y="2832003"/>
            <a:ext cx="2783785" cy="1936112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00" b="40200"/>
          <a:stretch/>
        </p:blipFill>
        <p:spPr>
          <a:xfrm>
            <a:off x="1140143" y="1779662"/>
            <a:ext cx="6863711" cy="79208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 rotWithShape="1">
          <a:blip r:embed="rId3"/>
          <a:srcRect t="47589"/>
          <a:stretch/>
        </p:blipFill>
        <p:spPr>
          <a:xfrm>
            <a:off x="4788024" y="2713413"/>
            <a:ext cx="2783785" cy="203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5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1576387"/>
            <a:ext cx="259080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4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00"/>
          <a:stretch/>
        </p:blipFill>
        <p:spPr>
          <a:xfrm>
            <a:off x="1141610" y="0"/>
            <a:ext cx="6860779" cy="3147814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610" y="3200502"/>
            <a:ext cx="3665892" cy="194299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570" y="3200502"/>
            <a:ext cx="1561957" cy="191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7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289" y="0"/>
            <a:ext cx="686142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62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87</Words>
  <Application>Microsoft Office PowerPoint</Application>
  <PresentationFormat>Affichage à l'écran (16:9)</PresentationFormat>
  <Paragraphs>33</Paragraphs>
  <Slides>18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ＭＳ Ｐゴシック</vt:lpstr>
      <vt:lpstr>Arial</vt:lpstr>
      <vt:lpstr>Calibri</vt:lpstr>
      <vt:lpstr>Calibri Light</vt:lpstr>
      <vt:lpstr>Tw Cen MT</vt:lpstr>
      <vt:lpstr>Thème Office</vt:lpstr>
      <vt:lpstr>Matlab</vt:lpstr>
      <vt:lpstr>Matlab Chapitre 2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AUDITION POUR LE POSTE DE PROFESSEUR ASSISTANT EN CHIMIE DES NANOMATERIAUX</dc:title>
  <dc:creator/>
  <cp:lastModifiedBy/>
  <cp:revision>41</cp:revision>
  <dcterms:created xsi:type="dcterms:W3CDTF">2013-07-23T11:58:28Z</dcterms:created>
  <dcterms:modified xsi:type="dcterms:W3CDTF">2021-11-11T10:42:02Z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1036</vt:i4>
  </property>
  <property fmtid="{D5CDD505-2E9C-101B-9397-08002B2CF9AE}" pid="3" name="_Version">
    <vt:lpwstr>12.0.4518</vt:lpwstr>
  </property>
</Properties>
</file>