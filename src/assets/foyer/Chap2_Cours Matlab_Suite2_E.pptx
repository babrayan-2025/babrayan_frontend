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5645" r:id="rId1"/>
  </p:sldMasterIdLst>
  <p:notesMasterIdLst>
    <p:notesMasterId r:id="rId25"/>
  </p:notesMasterIdLst>
  <p:sldIdLst>
    <p:sldId id="293" r:id="rId2"/>
    <p:sldId id="377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94" r:id="rId17"/>
    <p:sldId id="396" r:id="rId18"/>
    <p:sldId id="397" r:id="rId19"/>
    <p:sldId id="398" r:id="rId20"/>
    <p:sldId id="399" r:id="rId21"/>
    <p:sldId id="400" r:id="rId22"/>
    <p:sldId id="393" r:id="rId23"/>
    <p:sldId id="401" r:id="rId24"/>
  </p:sldIdLst>
  <p:sldSz cx="9144000" cy="5143500" type="screen16x9"/>
  <p:notesSz cx="6858000" cy="97377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w Cen MT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w Cen MT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w Cen MT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w Cen MT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w Cen MT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w Cen MT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w Cen MT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w Cen MT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w Cen MT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C9DC"/>
    <a:srgbClr val="84E1F4"/>
    <a:srgbClr val="0066FF"/>
    <a:srgbClr val="FF00FF"/>
    <a:srgbClr val="FF66FF"/>
    <a:srgbClr val="FF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40" autoAdjust="0"/>
    <p:restoredTop sz="80969" autoAdjust="0"/>
  </p:normalViewPr>
  <p:slideViewPr>
    <p:cSldViewPr>
      <p:cViewPr varScale="1">
        <p:scale>
          <a:sx n="79" d="100"/>
          <a:sy n="79" d="100"/>
        </p:scale>
        <p:origin x="1224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873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873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58F28927-5DB3-4A74-B57D-A9B9DC79EE8B}" type="datetime1">
              <a:rPr lang="fr-FR"/>
              <a:pPr/>
              <a:t>25/11/2021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4150" y="730250"/>
            <a:ext cx="6491288" cy="3651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625975"/>
            <a:ext cx="5486400" cy="43815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Niveau 2</a:t>
            </a:r>
          </a:p>
          <a:p>
            <a:pPr lvl="2"/>
            <a:r>
              <a:rPr lang="fr-FR" smtClean="0"/>
              <a:t>Niveau 3</a:t>
            </a:r>
          </a:p>
          <a:p>
            <a:pPr lvl="3"/>
            <a:r>
              <a:rPr lang="fr-FR" smtClean="0"/>
              <a:t>Niveau 4</a:t>
            </a:r>
          </a:p>
          <a:p>
            <a:pPr lvl="4"/>
            <a:r>
              <a:rPr lang="fr-FR" smtClean="0"/>
              <a:t>Niveau 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48775"/>
            <a:ext cx="2971800" cy="4873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248775"/>
            <a:ext cx="2971800" cy="4873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C363ABC1-74AB-45F0-AE19-5B5A82F2B875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1317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lang="fr-FR"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lang="fr-FR"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lang="fr-FR"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lang="fr-FR"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lang="fr-FR"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rtl="0" latinLnBrk="0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b="1" dirty="0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9C47309-6B79-4951-81BE-376161233127}" type="slidenum">
              <a:rPr lang="fr-FR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81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Rand(1,5) une ligne 5 colonnes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3ABC1-74AB-45F0-AE19-5B5A82F2B875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3331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A=3 et b=6 donc n=3</a:t>
            </a:r>
          </a:p>
          <a:p>
            <a:r>
              <a:rPr lang="fr-FR" dirty="0" smtClean="0"/>
              <a:t>A=6 et b=9 donc n=3</a:t>
            </a:r>
          </a:p>
          <a:p>
            <a:r>
              <a:rPr lang="fr-FR" dirty="0" smtClean="0"/>
              <a:t>Il faut</a:t>
            </a:r>
            <a:r>
              <a:rPr lang="fr-FR" baseline="0" dirty="0" smtClean="0"/>
              <a:t> tester pgcd(</a:t>
            </a:r>
            <a:r>
              <a:rPr lang="fr-FR" baseline="0" dirty="0" err="1" smtClean="0"/>
              <a:t>a,b</a:t>
            </a:r>
            <a:r>
              <a:rPr lang="fr-FR" baseline="0" dirty="0" smtClean="0"/>
              <a:t>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3ABC1-74AB-45F0-AE19-5B5A82F2B875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433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BE63-BD30-4F0F-8E1C-BD36CA5062C0}" type="datetime1">
              <a:rPr lang="fr-FR" smtClean="0"/>
              <a:pPr/>
              <a:t>25/11/2021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8FD3-EAE7-4127-A3CA-4A8C32D8AAF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17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25/11/2021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9465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25/11/2021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93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25/11/2021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19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25/11/2021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146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25/11/2021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980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25/11/2021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694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25/11/2021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06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25/11/2021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49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25/11/2021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43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25/11/2021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757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ACBCA-D1E9-45BE-82A9-362A68713F9E}" type="datetime1">
              <a:rPr lang="fr-FR" smtClean="0"/>
              <a:pPr/>
              <a:t>25/11/2021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24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46" r:id="rId1"/>
    <p:sldLayoutId id="2147485647" r:id="rId2"/>
    <p:sldLayoutId id="2147485648" r:id="rId3"/>
    <p:sldLayoutId id="2147485649" r:id="rId4"/>
    <p:sldLayoutId id="2147485650" r:id="rId5"/>
    <p:sldLayoutId id="2147485651" r:id="rId6"/>
    <p:sldLayoutId id="2147485652" r:id="rId7"/>
    <p:sldLayoutId id="2147485653" r:id="rId8"/>
    <p:sldLayoutId id="2147485654" r:id="rId9"/>
    <p:sldLayoutId id="2147485655" r:id="rId10"/>
    <p:sldLayoutId id="214748565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re 3"/>
          <p:cNvSpPr>
            <a:spLocks noGrp="1"/>
          </p:cNvSpPr>
          <p:nvPr>
            <p:ph type="ctrTitle"/>
          </p:nvPr>
        </p:nvSpPr>
        <p:spPr>
          <a:xfrm>
            <a:off x="1187624" y="1803464"/>
            <a:ext cx="6477000" cy="1209674"/>
          </a:xfrm>
        </p:spPr>
        <p:txBody>
          <a:bodyPr>
            <a:normAutofit fontScale="90000"/>
          </a:bodyPr>
          <a:lstStyle/>
          <a:p>
            <a:r>
              <a:rPr lang="fr-FR" sz="4400" b="1" dirty="0" err="1">
                <a:latin typeface="Calibri" charset="0"/>
              </a:rPr>
              <a:t>Matlab</a:t>
            </a:r>
            <a:r>
              <a:rPr lang="fr-FR" sz="4400" b="1" dirty="0">
                <a:latin typeface="Calibri" charset="0"/>
              </a:rPr>
              <a:t/>
            </a:r>
            <a:br>
              <a:rPr lang="fr-FR" sz="4400" b="1" dirty="0">
                <a:latin typeface="Calibri" charset="0"/>
              </a:rPr>
            </a:br>
            <a:r>
              <a:rPr lang="fr-FR" sz="4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charset="0"/>
              </a:rPr>
              <a:t>Chapitre 2 (Suite </a:t>
            </a:r>
            <a:r>
              <a:rPr lang="fr-FR" sz="440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 charset="0"/>
              </a:rPr>
              <a:t>2)</a:t>
            </a:r>
            <a:endParaRPr lang="fr-FR" sz="4400" b="1" cap="none" dirty="0">
              <a:latin typeface="Calibri" charset="0"/>
            </a:endParaRPr>
          </a:p>
        </p:txBody>
      </p:sp>
      <p:sp>
        <p:nvSpPr>
          <p:cNvPr id="12290" name="Sous-titre 4"/>
          <p:cNvSpPr>
            <a:spLocks noGrp="1"/>
          </p:cNvSpPr>
          <p:nvPr>
            <p:ph type="subTitle" idx="1"/>
          </p:nvPr>
        </p:nvSpPr>
        <p:spPr>
          <a:xfrm>
            <a:off x="1043608" y="3708796"/>
            <a:ext cx="6515100" cy="951186"/>
          </a:xfrm>
        </p:spPr>
        <p:txBody>
          <a:bodyPr anchor="t">
            <a:norm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endParaRPr lang="fr-FR" sz="1600" b="1" dirty="0" smtClean="0">
              <a:solidFill>
                <a:schemeClr val="accent5">
                  <a:lumMod val="75000"/>
                </a:schemeClr>
              </a:solidFill>
              <a:latin typeface="Calibri" charset="0"/>
              <a:cs typeface="Arial" charset="0"/>
            </a:endParaRP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sz="1600" b="1" dirty="0" smtClean="0">
                <a:solidFill>
                  <a:schemeClr val="accent5">
                    <a:lumMod val="75000"/>
                  </a:schemeClr>
                </a:solidFill>
                <a:latin typeface="Calibri" charset="0"/>
              </a:rPr>
              <a:t>Formation LP-IMA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fr-FR" sz="1600" b="1" dirty="0" smtClean="0">
                <a:solidFill>
                  <a:schemeClr val="accent5">
                    <a:lumMod val="75000"/>
                  </a:schemeClr>
                </a:solidFill>
                <a:latin typeface="Calibri" charset="0"/>
              </a:rPr>
              <a:t>2021/2022</a:t>
            </a:r>
            <a:endParaRPr sz="16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629" name="Rectangle 1"/>
          <p:cNvSpPr>
            <a:spLocks noChangeArrowheads="1"/>
          </p:cNvSpPr>
          <p:nvPr/>
        </p:nvSpPr>
        <p:spPr bwMode="auto">
          <a:xfrm>
            <a:off x="2444924" y="4519312"/>
            <a:ext cx="3962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b="1" dirty="0" smtClean="0">
                <a:solidFill>
                  <a:srgbClr val="0000FF"/>
                </a:solidFill>
                <a:latin typeface="Calibri" charset="0"/>
              </a:rPr>
              <a:t>Pr. M. EL GHAZOUANI</a:t>
            </a:r>
            <a:endParaRPr lang="fr-FR" b="1" dirty="0">
              <a:solidFill>
                <a:srgbClr val="0000FF"/>
              </a:solidFill>
              <a:latin typeface="Calibri" charset="0"/>
            </a:endParaRPr>
          </a:p>
        </p:txBody>
      </p:sp>
      <p:sp>
        <p:nvSpPr>
          <p:cNvPr id="26630" name="Line 14"/>
          <p:cNvSpPr>
            <a:spLocks noChangeShapeType="1"/>
          </p:cNvSpPr>
          <p:nvPr/>
        </p:nvSpPr>
        <p:spPr bwMode="auto">
          <a:xfrm>
            <a:off x="0" y="1537277"/>
            <a:ext cx="9144000" cy="0"/>
          </a:xfrm>
          <a:prstGeom prst="line">
            <a:avLst/>
          </a:prstGeom>
          <a:noFill/>
          <a:ln w="7620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631" name="Line 15"/>
          <p:cNvSpPr>
            <a:spLocks noChangeShapeType="1"/>
          </p:cNvSpPr>
          <p:nvPr/>
        </p:nvSpPr>
        <p:spPr bwMode="auto">
          <a:xfrm>
            <a:off x="0" y="1613477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26632" name="Line 14"/>
          <p:cNvSpPr>
            <a:spLocks noChangeShapeType="1"/>
          </p:cNvSpPr>
          <p:nvPr/>
        </p:nvSpPr>
        <p:spPr bwMode="auto">
          <a:xfrm>
            <a:off x="0" y="3714750"/>
            <a:ext cx="9144000" cy="0"/>
          </a:xfrm>
          <a:prstGeom prst="line">
            <a:avLst/>
          </a:prstGeom>
          <a:noFill/>
          <a:ln w="7620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633" name="Line 15"/>
          <p:cNvSpPr>
            <a:spLocks noChangeShapeType="1"/>
          </p:cNvSpPr>
          <p:nvPr/>
        </p:nvSpPr>
        <p:spPr bwMode="auto">
          <a:xfrm>
            <a:off x="0" y="379095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563" y="39777"/>
            <a:ext cx="1896874" cy="916364"/>
          </a:xfrm>
          <a:prstGeom prst="rect">
            <a:avLst/>
          </a:prstGeom>
        </p:spPr>
      </p:pic>
      <p:sp>
        <p:nvSpPr>
          <p:cNvPr id="12" name="Sous-titre 4"/>
          <p:cNvSpPr txBox="1">
            <a:spLocks/>
          </p:cNvSpPr>
          <p:nvPr/>
        </p:nvSpPr>
        <p:spPr bwMode="auto">
          <a:xfrm>
            <a:off x="3209342" y="1025854"/>
            <a:ext cx="2725316" cy="498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latinLnBrk="0" hangingPunct="1">
              <a:spcBef>
                <a:spcPts val="2000"/>
              </a:spcBef>
              <a:spcAft>
                <a:spcPct val="0"/>
              </a:spcAft>
              <a:buSzPct val="90000"/>
              <a:buNone/>
              <a:defRPr kumimoji="0" lang="fr-FR" sz="2800" kern="120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0" algn="ctr" rtl="0" eaLnBrk="1" fontAlgn="base" latinLnBrk="0" hangingPunct="1">
              <a:spcBef>
                <a:spcPts val="600"/>
              </a:spcBef>
              <a:spcAft>
                <a:spcPct val="0"/>
              </a:spcAft>
              <a:buSzPct val="90000"/>
              <a:buNone/>
              <a:defRPr sz="22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914400" indent="0" algn="ctr" rtl="0" eaLnBrk="1" fontAlgn="base" latinLnBrk="0" hangingPunct="1">
              <a:spcBef>
                <a:spcPts val="600"/>
              </a:spcBef>
              <a:spcAft>
                <a:spcPct val="0"/>
              </a:spcAft>
              <a:buSzPct val="90000"/>
              <a:buNone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371600" indent="0" algn="ctr" rtl="0" eaLnBrk="1" fontAlgn="base" latinLnBrk="0" hangingPunct="1">
              <a:spcBef>
                <a:spcPts val="600"/>
              </a:spcBef>
              <a:spcAft>
                <a:spcPct val="0"/>
              </a:spcAft>
              <a:buSzPct val="90000"/>
              <a:buNone/>
              <a:defRPr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828800" indent="0" algn="ctr" rtl="0" eaLnBrk="1" fontAlgn="base" latinLnBrk="0" hangingPunct="1">
              <a:spcBef>
                <a:spcPts val="600"/>
              </a:spcBef>
              <a:spcAft>
                <a:spcPct val="0"/>
              </a:spcAft>
              <a:buSzPct val="90000"/>
              <a:buNone/>
              <a:defRPr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fr-FR" sz="1600" b="1" dirty="0" smtClean="0">
                <a:solidFill>
                  <a:schemeClr val="tx1"/>
                </a:solidFill>
                <a:latin typeface="Calibri" charset="0"/>
                <a:cs typeface="Arial" charset="0"/>
              </a:rPr>
              <a:t>Faculté </a:t>
            </a:r>
            <a:r>
              <a:rPr lang="fr-FR" sz="1600" b="1" dirty="0" err="1" smtClean="0">
                <a:solidFill>
                  <a:schemeClr val="tx1"/>
                </a:solidFill>
                <a:latin typeface="Calibri" charset="0"/>
                <a:cs typeface="Arial" charset="0"/>
              </a:rPr>
              <a:t>Polydisciplinaire</a:t>
            </a:r>
            <a:endParaRPr lang="fr-FR" sz="1600" b="1" dirty="0" smtClean="0">
              <a:solidFill>
                <a:schemeClr val="tx1"/>
              </a:solidFill>
              <a:latin typeface="Calibri" charset="0"/>
              <a:cs typeface="Arial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fr-FR" sz="1600" b="1" dirty="0" smtClean="0">
                <a:solidFill>
                  <a:schemeClr val="tx1"/>
                </a:solidFill>
                <a:latin typeface="Calibri" charset="0"/>
                <a:cs typeface="Arial" charset="0"/>
              </a:rPr>
              <a:t> de Sidi </a:t>
            </a:r>
            <a:r>
              <a:rPr lang="fr-FR" sz="1600" b="1" dirty="0" err="1" smtClean="0">
                <a:solidFill>
                  <a:schemeClr val="tx1"/>
                </a:solidFill>
                <a:latin typeface="Calibri" charset="0"/>
                <a:cs typeface="Arial" charset="0"/>
              </a:rPr>
              <a:t>Bennour</a:t>
            </a:r>
            <a:endParaRPr lang="fr-FR" sz="1600" b="1" dirty="0" smtClean="0">
              <a:solidFill>
                <a:schemeClr val="tx1"/>
              </a:solidFill>
              <a:latin typeface="Calibri" charset="0"/>
              <a:cs typeface="Arial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</a:pPr>
            <a:endParaRPr lang="fr-FR" sz="1600" b="1" dirty="0" smtClean="0">
              <a:solidFill>
                <a:schemeClr val="tx1"/>
              </a:solidFill>
              <a:latin typeface="Calibri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17" y="0"/>
            <a:ext cx="686256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62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289" y="0"/>
            <a:ext cx="68614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71" y="0"/>
            <a:ext cx="68648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2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10" y="0"/>
            <a:ext cx="68607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0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10" y="0"/>
            <a:ext cx="68607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3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10" y="0"/>
            <a:ext cx="68607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5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144" y="0"/>
            <a:ext cx="68637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6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285" y="0"/>
            <a:ext cx="686142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7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/>
        </p:nvGrpSpPr>
        <p:grpSpPr>
          <a:xfrm>
            <a:off x="1141286" y="0"/>
            <a:ext cx="6861428" cy="5143500"/>
            <a:chOff x="1141286" y="0"/>
            <a:chExt cx="6861428" cy="5143500"/>
          </a:xfrm>
        </p:grpSpPr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286" y="0"/>
              <a:ext cx="6861428" cy="5143500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4572000" y="1563638"/>
              <a:ext cx="3312368" cy="31683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286" y="22326"/>
            <a:ext cx="686142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0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286" y="0"/>
            <a:ext cx="686142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5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01"/>
          <a:stretch/>
        </p:blipFill>
        <p:spPr>
          <a:xfrm>
            <a:off x="1139571" y="0"/>
            <a:ext cx="6864858" cy="4155926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71" y="0"/>
            <a:ext cx="68648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03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00"/>
          <a:stretch/>
        </p:blipFill>
        <p:spPr>
          <a:xfrm>
            <a:off x="1140721" y="0"/>
            <a:ext cx="6862557" cy="300379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01"/>
          <a:stretch/>
        </p:blipFill>
        <p:spPr>
          <a:xfrm>
            <a:off x="1140721" y="0"/>
            <a:ext cx="6862557" cy="4155926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21" y="0"/>
            <a:ext cx="686255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6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10" y="0"/>
            <a:ext cx="68607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3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10" y="0"/>
            <a:ext cx="68607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6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01"/>
          <a:stretch/>
        </p:blipFill>
        <p:spPr>
          <a:xfrm>
            <a:off x="1139571" y="0"/>
            <a:ext cx="6864858" cy="40119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71" y="0"/>
            <a:ext cx="68648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5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00"/>
          <a:stretch/>
        </p:blipFill>
        <p:spPr>
          <a:xfrm>
            <a:off x="1139571" y="0"/>
            <a:ext cx="6864858" cy="321982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71" y="0"/>
            <a:ext cx="68648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8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00"/>
          <a:stretch/>
        </p:blipFill>
        <p:spPr>
          <a:xfrm>
            <a:off x="1139571" y="0"/>
            <a:ext cx="6864858" cy="3219822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71" y="0"/>
            <a:ext cx="68648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63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00"/>
          <a:stretch/>
        </p:blipFill>
        <p:spPr>
          <a:xfrm>
            <a:off x="1141285" y="0"/>
            <a:ext cx="6861429" cy="350785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285" y="0"/>
            <a:ext cx="686142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88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10" y="0"/>
            <a:ext cx="68607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4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00"/>
          <a:stretch/>
        </p:blipFill>
        <p:spPr>
          <a:xfrm>
            <a:off x="1115616" y="0"/>
            <a:ext cx="6862565" cy="300379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00" b="15001"/>
          <a:stretch/>
        </p:blipFill>
        <p:spPr>
          <a:xfrm>
            <a:off x="1115616" y="2859782"/>
            <a:ext cx="6862565" cy="151216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000"/>
          <a:stretch/>
        </p:blipFill>
        <p:spPr>
          <a:xfrm>
            <a:off x="1115616" y="4371950"/>
            <a:ext cx="6862565" cy="7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3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01"/>
          <a:stretch/>
        </p:blipFill>
        <p:spPr>
          <a:xfrm>
            <a:off x="1141610" y="0"/>
            <a:ext cx="6860779" cy="43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5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fr-FR" dirty="0" smtClean="0"/>
              <a:t>TP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just"/>
            <a:r>
              <a:rPr lang="fr-FR" dirty="0" smtClean="0"/>
              <a:t>Ecrire deux scripts permettant de calculer la factorielle en utilisant </a:t>
            </a:r>
            <a:r>
              <a:rPr lang="fr-FR" dirty="0" err="1" smtClean="0"/>
              <a:t>while</a:t>
            </a:r>
            <a:r>
              <a:rPr lang="fr-FR" dirty="0" smtClean="0"/>
              <a:t> et for.</a:t>
            </a:r>
          </a:p>
          <a:p>
            <a:pPr algn="just"/>
            <a:r>
              <a:rPr lang="fr-FR" dirty="0"/>
              <a:t>Ecrire </a:t>
            </a:r>
            <a:r>
              <a:rPr lang="fr-FR" dirty="0" smtClean="0"/>
              <a:t>un script </a:t>
            </a:r>
            <a:r>
              <a:rPr lang="fr-FR" dirty="0"/>
              <a:t>permettant de calculer </a:t>
            </a:r>
            <a:r>
              <a:rPr lang="fr-FR" dirty="0" smtClean="0"/>
              <a:t>le diviseur commun à deux valeur en utilisant </a:t>
            </a:r>
            <a:r>
              <a:rPr lang="fr-FR" dirty="0" err="1" smtClean="0"/>
              <a:t>while</a:t>
            </a:r>
            <a:r>
              <a:rPr lang="fr-FR" dirty="0" smtClean="0"/>
              <a:t>.</a:t>
            </a:r>
          </a:p>
          <a:p>
            <a:pPr algn="just"/>
            <a:r>
              <a:rPr lang="fr-FR" dirty="0" smtClean="0"/>
              <a:t>Ecrire</a:t>
            </a:r>
            <a:r>
              <a:rPr lang="fr-FR" dirty="0"/>
              <a:t> un script </a:t>
            </a:r>
            <a:r>
              <a:rPr lang="fr-FR" dirty="0" smtClean="0"/>
              <a:t>affichant un menu permettant d’additionner, de multiplier, de soustraire et de diviser deux valeurs selon le choix de l’utilisateur. </a:t>
            </a:r>
          </a:p>
          <a:p>
            <a:pPr algn="just"/>
            <a:r>
              <a:rPr lang="fr-FR" dirty="0"/>
              <a:t>Ecrire un script permettant de </a:t>
            </a:r>
            <a:r>
              <a:rPr lang="fr-FR" dirty="0" smtClean="0"/>
              <a:t>demander à l’utilisateur d’entrer deux valeurs et de tester si elles sont négatives ou positives.</a:t>
            </a:r>
          </a:p>
          <a:p>
            <a:pPr algn="just"/>
            <a:endParaRPr lang="fr-FR" dirty="0" smtClean="0"/>
          </a:p>
          <a:p>
            <a:pPr algn="just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300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</Words>
  <Application>Microsoft Office PowerPoint</Application>
  <PresentationFormat>Affichage à l'écran (16:9)</PresentationFormat>
  <Paragraphs>19</Paragraphs>
  <Slides>23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9" baseType="lpstr">
      <vt:lpstr>ＭＳ Ｐゴシック</vt:lpstr>
      <vt:lpstr>Arial</vt:lpstr>
      <vt:lpstr>Calibri</vt:lpstr>
      <vt:lpstr>Calibri Light</vt:lpstr>
      <vt:lpstr>Tw Cen MT</vt:lpstr>
      <vt:lpstr>Thème Office</vt:lpstr>
      <vt:lpstr>Matlab Chapitre 2 (Suite 2)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TP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AUDITION POUR LE POSTE DE PROFESSEUR ASSISTANT EN CHIMIE DES NANOMATERIAUX</dc:title>
  <dc:creator/>
  <cp:lastModifiedBy/>
  <cp:revision>41</cp:revision>
  <dcterms:created xsi:type="dcterms:W3CDTF">2013-07-23T11:58:28Z</dcterms:created>
  <dcterms:modified xsi:type="dcterms:W3CDTF">2021-11-25T10:22:59Z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1036</vt:i4>
  </property>
  <property fmtid="{D5CDD505-2E9C-101B-9397-08002B2CF9AE}" pid="3" name="_Version">
    <vt:lpwstr>12.0.4518</vt:lpwstr>
  </property>
</Properties>
</file>